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2" r:id="rId2"/>
    <p:sldId id="257" r:id="rId3"/>
    <p:sldId id="264" r:id="rId4"/>
    <p:sldId id="258" r:id="rId5"/>
    <p:sldId id="259" r:id="rId6"/>
    <p:sldId id="260" r:id="rId7"/>
    <p:sldId id="261" r:id="rId8"/>
    <p:sldId id="265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BF9620-9D40-4A3C-AE88-63EAA6F5C5D6}" v="16" dt="2026-07-28T03:54:48.7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 Nayeem" userId="44c9593fc4b11d30" providerId="LiveId" clId="{E79DE760-C479-4806-8A9E-9086FD6CC85A}"/>
    <pc:docChg chg="undo redo custSel addSld delSld modSld">
      <pc:chgData name="Md Nayeem" userId="44c9593fc4b11d30" providerId="LiveId" clId="{E79DE760-C479-4806-8A9E-9086FD6CC85A}" dt="2026-07-28T03:59:16.030" v="589" actId="1076"/>
      <pc:docMkLst>
        <pc:docMk/>
      </pc:docMkLst>
      <pc:sldChg chg="delSp del mod">
        <pc:chgData name="Md Nayeem" userId="44c9593fc4b11d30" providerId="LiveId" clId="{E79DE760-C479-4806-8A9E-9086FD6CC85A}" dt="2026-07-28T03:26:14.761" v="469" actId="47"/>
        <pc:sldMkLst>
          <pc:docMk/>
          <pc:sldMk cId="0" sldId="256"/>
        </pc:sldMkLst>
        <pc:spChg chg="del">
          <ac:chgData name="Md Nayeem" userId="44c9593fc4b11d30" providerId="LiveId" clId="{E79DE760-C479-4806-8A9E-9086FD6CC85A}" dt="2026-07-28T03:16:35.192" v="130" actId="478"/>
          <ac:spMkLst>
            <pc:docMk/>
            <pc:sldMk cId="0" sldId="256"/>
            <ac:spMk id="9" creationId="{00000000-0000-0000-0000-000000000000}"/>
          </ac:spMkLst>
        </pc:spChg>
      </pc:sldChg>
      <pc:sldChg chg="addSp delSp modSp mod">
        <pc:chgData name="Md Nayeem" userId="44c9593fc4b11d30" providerId="LiveId" clId="{E79DE760-C479-4806-8A9E-9086FD6CC85A}" dt="2026-07-28T03:27:10.971" v="489" actId="20577"/>
        <pc:sldMkLst>
          <pc:docMk/>
          <pc:sldMk cId="0" sldId="258"/>
        </pc:sldMkLst>
        <pc:spChg chg="add del">
          <ac:chgData name="Md Nayeem" userId="44c9593fc4b11d30" providerId="LiveId" clId="{E79DE760-C479-4806-8A9E-9086FD6CC85A}" dt="2026-07-28T02:58:04.340" v="8" actId="21"/>
          <ac:spMkLst>
            <pc:docMk/>
            <pc:sldMk cId="0" sldId="258"/>
            <ac:spMk id="2" creationId="{00000000-0000-0000-0000-000000000000}"/>
          </ac:spMkLst>
        </pc:spChg>
        <pc:spChg chg="add del">
          <ac:chgData name="Md Nayeem" userId="44c9593fc4b11d30" providerId="LiveId" clId="{E79DE760-C479-4806-8A9E-9086FD6CC85A}" dt="2026-07-28T02:58:04.340" v="8" actId="21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Md Nayeem" userId="44c9593fc4b11d30" providerId="LiveId" clId="{E79DE760-C479-4806-8A9E-9086FD6CC85A}" dt="2026-07-28T02:58:04.340" v="8" actId="21"/>
          <ac:spMkLst>
            <pc:docMk/>
            <pc:sldMk cId="0" sldId="258"/>
            <ac:spMk id="4" creationId="{00000000-0000-0000-0000-000000000000}"/>
          </ac:spMkLst>
        </pc:spChg>
        <pc:spChg chg="add del">
          <ac:chgData name="Md Nayeem" userId="44c9593fc4b11d30" providerId="LiveId" clId="{E79DE760-C479-4806-8A9E-9086FD6CC85A}" dt="2026-07-28T02:58:04.340" v="8" actId="21"/>
          <ac:spMkLst>
            <pc:docMk/>
            <pc:sldMk cId="0" sldId="258"/>
            <ac:spMk id="7" creationId="{00000000-0000-0000-0000-000000000000}"/>
          </ac:spMkLst>
        </pc:spChg>
        <pc:spChg chg="del">
          <ac:chgData name="Md Nayeem" userId="44c9593fc4b11d30" providerId="LiveId" clId="{E79DE760-C479-4806-8A9E-9086FD6CC85A}" dt="2026-07-28T02:57:29.081" v="0" actId="478"/>
          <ac:spMkLst>
            <pc:docMk/>
            <pc:sldMk cId="0" sldId="258"/>
            <ac:spMk id="8" creationId="{00000000-0000-0000-0000-000000000000}"/>
          </ac:spMkLst>
        </pc:spChg>
        <pc:spChg chg="add del mod">
          <ac:chgData name="Md Nayeem" userId="44c9593fc4b11d30" providerId="LiveId" clId="{E79DE760-C479-4806-8A9E-9086FD6CC85A}" dt="2026-07-28T02:58:04.340" v="8" actId="21"/>
          <ac:spMkLst>
            <pc:docMk/>
            <pc:sldMk cId="0" sldId="258"/>
            <ac:spMk id="9" creationId="{00000000-0000-0000-0000-000000000000}"/>
          </ac:spMkLst>
        </pc:spChg>
        <pc:spChg chg="del mod">
          <ac:chgData name="Md Nayeem" userId="44c9593fc4b11d30" providerId="LiveId" clId="{E79DE760-C479-4806-8A9E-9086FD6CC85A}" dt="2026-07-28T02:57:52.323" v="4" actId="478"/>
          <ac:spMkLst>
            <pc:docMk/>
            <pc:sldMk cId="0" sldId="258"/>
            <ac:spMk id="10" creationId="{00000000-0000-0000-0000-000000000000}"/>
          </ac:spMkLst>
        </pc:spChg>
        <pc:spChg chg="add del mod">
          <ac:chgData name="Md Nayeem" userId="44c9593fc4b11d30" providerId="LiveId" clId="{E79DE760-C479-4806-8A9E-9086FD6CC85A}" dt="2026-07-28T02:58:04.340" v="8" actId="21"/>
          <ac:spMkLst>
            <pc:docMk/>
            <pc:sldMk cId="0" sldId="258"/>
            <ac:spMk id="11" creationId="{00000000-0000-0000-0000-000000000000}"/>
          </ac:spMkLst>
        </pc:spChg>
        <pc:spChg chg="del">
          <ac:chgData name="Md Nayeem" userId="44c9593fc4b11d30" providerId="LiveId" clId="{E79DE760-C479-4806-8A9E-9086FD6CC85A}" dt="2026-07-28T02:57:54.596" v="5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Md Nayeem" userId="44c9593fc4b11d30" providerId="LiveId" clId="{E79DE760-C479-4806-8A9E-9086FD6CC85A}" dt="2026-07-28T02:57:57.116" v="6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Md Nayeem" userId="44c9593fc4b11d30" providerId="LiveId" clId="{E79DE760-C479-4806-8A9E-9086FD6CC85A}" dt="2026-07-28T02:58:15.301" v="10" actId="478"/>
          <ac:spMkLst>
            <pc:docMk/>
            <pc:sldMk cId="0" sldId="258"/>
            <ac:spMk id="14" creationId="{00000000-0000-0000-0000-000000000000}"/>
          </ac:spMkLst>
        </pc:spChg>
        <pc:spChg chg="add del">
          <ac:chgData name="Md Nayeem" userId="44c9593fc4b11d30" providerId="LiveId" clId="{E79DE760-C479-4806-8A9E-9086FD6CC85A}" dt="2026-07-28T02:58:12.534" v="9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Md Nayeem" userId="44c9593fc4b11d30" providerId="LiveId" clId="{E79DE760-C479-4806-8A9E-9086FD6CC85A}" dt="2026-07-28T02:58:18.871" v="11" actId="478"/>
          <ac:spMkLst>
            <pc:docMk/>
            <pc:sldMk cId="0" sldId="258"/>
            <ac:spMk id="16" creationId="{00000000-0000-0000-0000-000000000000}"/>
          </ac:spMkLst>
        </pc:spChg>
        <pc:spChg chg="del mod">
          <ac:chgData name="Md Nayeem" userId="44c9593fc4b11d30" providerId="LiveId" clId="{E79DE760-C479-4806-8A9E-9086FD6CC85A}" dt="2026-07-28T02:58:25.976" v="14" actId="478"/>
          <ac:spMkLst>
            <pc:docMk/>
            <pc:sldMk cId="0" sldId="258"/>
            <ac:spMk id="17" creationId="{00000000-0000-0000-0000-000000000000}"/>
          </ac:spMkLst>
        </pc:spChg>
        <pc:spChg chg="del">
          <ac:chgData name="Md Nayeem" userId="44c9593fc4b11d30" providerId="LiveId" clId="{E79DE760-C479-4806-8A9E-9086FD6CC85A}" dt="2026-07-28T02:58:21.908" v="12" actId="478"/>
          <ac:spMkLst>
            <pc:docMk/>
            <pc:sldMk cId="0" sldId="258"/>
            <ac:spMk id="18" creationId="{00000000-0000-0000-0000-000000000000}"/>
          </ac:spMkLst>
        </pc:spChg>
        <pc:spChg chg="del">
          <ac:chgData name="Md Nayeem" userId="44c9593fc4b11d30" providerId="LiveId" clId="{E79DE760-C479-4806-8A9E-9086FD6CC85A}" dt="2026-07-28T02:58:29.538" v="15" actId="478"/>
          <ac:spMkLst>
            <pc:docMk/>
            <pc:sldMk cId="0" sldId="258"/>
            <ac:spMk id="19" creationId="{00000000-0000-0000-0000-000000000000}"/>
          </ac:spMkLst>
        </pc:spChg>
        <pc:spChg chg="add del">
          <ac:chgData name="Md Nayeem" userId="44c9593fc4b11d30" providerId="LiveId" clId="{E79DE760-C479-4806-8A9E-9086FD6CC85A}" dt="2026-07-28T02:58:31.088" v="16" actId="478"/>
          <ac:spMkLst>
            <pc:docMk/>
            <pc:sldMk cId="0" sldId="258"/>
            <ac:spMk id="20" creationId="{00000000-0000-0000-0000-000000000000}"/>
          </ac:spMkLst>
        </pc:spChg>
        <pc:spChg chg="add del mod">
          <ac:chgData name="Md Nayeem" userId="44c9593fc4b11d30" providerId="LiveId" clId="{E79DE760-C479-4806-8A9E-9086FD6CC85A}" dt="2026-07-28T02:58:34.136" v="18" actId="478"/>
          <ac:spMkLst>
            <pc:docMk/>
            <pc:sldMk cId="0" sldId="258"/>
            <ac:spMk id="21" creationId="{00000000-0000-0000-0000-000000000000}"/>
          </ac:spMkLst>
        </pc:spChg>
        <pc:spChg chg="add del">
          <ac:chgData name="Md Nayeem" userId="44c9593fc4b11d30" providerId="LiveId" clId="{E79DE760-C479-4806-8A9E-9086FD6CC85A}" dt="2026-07-28T02:58:36.305" v="19" actId="478"/>
          <ac:spMkLst>
            <pc:docMk/>
            <pc:sldMk cId="0" sldId="258"/>
            <ac:spMk id="22" creationId="{00000000-0000-0000-0000-000000000000}"/>
          </ac:spMkLst>
        </pc:spChg>
        <pc:spChg chg="del">
          <ac:chgData name="Md Nayeem" userId="44c9593fc4b11d30" providerId="LiveId" clId="{E79DE760-C479-4806-8A9E-9086FD6CC85A}" dt="2026-07-28T02:58:38.584" v="20" actId="478"/>
          <ac:spMkLst>
            <pc:docMk/>
            <pc:sldMk cId="0" sldId="258"/>
            <ac:spMk id="23" creationId="{00000000-0000-0000-0000-000000000000}"/>
          </ac:spMkLst>
        </pc:spChg>
        <pc:spChg chg="add del">
          <ac:chgData name="Md Nayeem" userId="44c9593fc4b11d30" providerId="LiveId" clId="{E79DE760-C479-4806-8A9E-9086FD6CC85A}" dt="2026-07-28T02:58:43.277" v="22" actId="22"/>
          <ac:spMkLst>
            <pc:docMk/>
            <pc:sldMk cId="0" sldId="258"/>
            <ac:spMk id="27" creationId="{D78E35A8-6F0A-FEB4-C75C-8E37B188066B}"/>
          </ac:spMkLst>
        </pc:spChg>
        <pc:spChg chg="add del">
          <ac:chgData name="Md Nayeem" userId="44c9593fc4b11d30" providerId="LiveId" clId="{E79DE760-C479-4806-8A9E-9086FD6CC85A}" dt="2026-07-28T02:58:43.277" v="22" actId="22"/>
          <ac:spMkLst>
            <pc:docMk/>
            <pc:sldMk cId="0" sldId="258"/>
            <ac:spMk id="29" creationId="{5998E6BC-914D-E80E-2D9F-F4D598E7A120}"/>
          </ac:spMkLst>
        </pc:spChg>
        <pc:spChg chg="add del">
          <ac:chgData name="Md Nayeem" userId="44c9593fc4b11d30" providerId="LiveId" clId="{E79DE760-C479-4806-8A9E-9086FD6CC85A}" dt="2026-07-28T02:58:43.277" v="22" actId="22"/>
          <ac:spMkLst>
            <pc:docMk/>
            <pc:sldMk cId="0" sldId="258"/>
            <ac:spMk id="33" creationId="{FEB97AC6-4E15-381E-CC06-523FBD3F1E90}"/>
          </ac:spMkLst>
        </pc:spChg>
        <pc:spChg chg="add">
          <ac:chgData name="Md Nayeem" userId="44c9593fc4b11d30" providerId="LiveId" clId="{E79DE760-C479-4806-8A9E-9086FD6CC85A}" dt="2026-07-28T02:58:40.890" v="21" actId="22"/>
          <ac:spMkLst>
            <pc:docMk/>
            <pc:sldMk cId="0" sldId="258"/>
            <ac:spMk id="35" creationId="{11EEAD60-5B33-5F8B-D26D-51AACB981603}"/>
          </ac:spMkLst>
        </pc:spChg>
        <pc:spChg chg="del">
          <ac:chgData name="Md Nayeem" userId="44c9593fc4b11d30" providerId="LiveId" clId="{E79DE760-C479-4806-8A9E-9086FD6CC85A}" dt="2026-07-28T02:58:43.277" v="22" actId="22"/>
          <ac:spMkLst>
            <pc:docMk/>
            <pc:sldMk cId="0" sldId="258"/>
            <ac:spMk id="37" creationId="{8C5BEA75-BECF-9FA6-E9FD-C813FD600E0F}"/>
          </ac:spMkLst>
        </pc:spChg>
        <pc:spChg chg="add del">
          <ac:chgData name="Md Nayeem" userId="44c9593fc4b11d30" providerId="LiveId" clId="{E79DE760-C479-4806-8A9E-9086FD6CC85A}" dt="2026-07-28T02:58:43.277" v="22" actId="22"/>
          <ac:spMkLst>
            <pc:docMk/>
            <pc:sldMk cId="0" sldId="258"/>
            <ac:spMk id="39" creationId="{92973FD9-FDF4-4FC3-9C80-5585760BBD4F}"/>
          </ac:spMkLst>
        </pc:spChg>
        <pc:spChg chg="add del">
          <ac:chgData name="Md Nayeem" userId="44c9593fc4b11d30" providerId="LiveId" clId="{E79DE760-C479-4806-8A9E-9086FD6CC85A}" dt="2026-07-28T02:58:43.277" v="22" actId="22"/>
          <ac:spMkLst>
            <pc:docMk/>
            <pc:sldMk cId="0" sldId="258"/>
            <ac:spMk id="41" creationId="{E59CED6D-B6D7-E9AA-77FC-466E9EFD730A}"/>
          </ac:spMkLst>
        </pc:spChg>
        <pc:spChg chg="add del">
          <ac:chgData name="Md Nayeem" userId="44c9593fc4b11d30" providerId="LiveId" clId="{E79DE760-C479-4806-8A9E-9086FD6CC85A}" dt="2026-07-28T02:58:43.277" v="22" actId="22"/>
          <ac:spMkLst>
            <pc:docMk/>
            <pc:sldMk cId="0" sldId="258"/>
            <ac:spMk id="43" creationId="{58EB2F8D-0F27-8C93-B26E-5044F8775211}"/>
          </ac:spMkLst>
        </pc:spChg>
        <pc:spChg chg="del">
          <ac:chgData name="Md Nayeem" userId="44c9593fc4b11d30" providerId="LiveId" clId="{E79DE760-C479-4806-8A9E-9086FD6CC85A}" dt="2026-07-28T02:58:43.277" v="22" actId="22"/>
          <ac:spMkLst>
            <pc:docMk/>
            <pc:sldMk cId="0" sldId="258"/>
            <ac:spMk id="45" creationId="{88BCBE7E-9A13-EAF1-A42E-57A35972BF9F}"/>
          </ac:spMkLst>
        </pc:spChg>
        <pc:spChg chg="del">
          <ac:chgData name="Md Nayeem" userId="44c9593fc4b11d30" providerId="LiveId" clId="{E79DE760-C479-4806-8A9E-9086FD6CC85A}" dt="2026-07-28T02:58:43.277" v="22" actId="22"/>
          <ac:spMkLst>
            <pc:docMk/>
            <pc:sldMk cId="0" sldId="258"/>
            <ac:spMk id="47" creationId="{F4D99BF5-B159-ACC2-A57E-3170F17579DB}"/>
          </ac:spMkLst>
        </pc:spChg>
        <pc:spChg chg="add">
          <ac:chgData name="Md Nayeem" userId="44c9593fc4b11d30" providerId="LiveId" clId="{E79DE760-C479-4806-8A9E-9086FD6CC85A}" dt="2026-07-28T02:58:40.890" v="21" actId="22"/>
          <ac:spMkLst>
            <pc:docMk/>
            <pc:sldMk cId="0" sldId="258"/>
            <ac:spMk id="51" creationId="{C4EC983E-03A6-7103-7C9A-76FA29B9C387}"/>
          </ac:spMkLst>
        </pc:spChg>
        <pc:spChg chg="del">
          <ac:chgData name="Md Nayeem" userId="44c9593fc4b11d30" providerId="LiveId" clId="{E79DE760-C479-4806-8A9E-9086FD6CC85A}" dt="2026-07-28T02:58:43.277" v="22" actId="22"/>
          <ac:spMkLst>
            <pc:docMk/>
            <pc:sldMk cId="0" sldId="258"/>
            <ac:spMk id="53" creationId="{C1632CB7-B0AC-5BF4-3B6A-E9C8F4904259}"/>
          </ac:spMkLst>
        </pc:spChg>
        <pc:spChg chg="add">
          <ac:chgData name="Md Nayeem" userId="44c9593fc4b11d30" providerId="LiveId" clId="{E79DE760-C479-4806-8A9E-9086FD6CC85A}" dt="2026-07-28T02:58:40.890" v="21" actId="22"/>
          <ac:spMkLst>
            <pc:docMk/>
            <pc:sldMk cId="0" sldId="258"/>
            <ac:spMk id="55" creationId="{BC6B4523-39E5-5020-7BB0-DC42FEF2C548}"/>
          </ac:spMkLst>
        </pc:spChg>
        <pc:spChg chg="add">
          <ac:chgData name="Md Nayeem" userId="44c9593fc4b11d30" providerId="LiveId" clId="{E79DE760-C479-4806-8A9E-9086FD6CC85A}" dt="2026-07-28T02:58:40.890" v="21" actId="22"/>
          <ac:spMkLst>
            <pc:docMk/>
            <pc:sldMk cId="0" sldId="258"/>
            <ac:spMk id="57" creationId="{877C220E-3BBB-2FAF-B484-440F881A08F1}"/>
          </ac:spMkLst>
        </pc:spChg>
        <pc:spChg chg="add mod">
          <ac:chgData name="Md Nayeem" userId="44c9593fc4b11d30" providerId="LiveId" clId="{E79DE760-C479-4806-8A9E-9086FD6CC85A}" dt="2026-07-28T03:27:10.971" v="489" actId="20577"/>
          <ac:spMkLst>
            <pc:docMk/>
            <pc:sldMk cId="0" sldId="258"/>
            <ac:spMk id="61" creationId="{A12F83AA-A8FB-A46D-90EB-C4C0BBA1F9C2}"/>
          </ac:spMkLst>
        </pc:spChg>
      </pc:sldChg>
      <pc:sldChg chg="addSp delSp modSp mod">
        <pc:chgData name="Md Nayeem" userId="44c9593fc4b11d30" providerId="LiveId" clId="{E79DE760-C479-4806-8A9E-9086FD6CC85A}" dt="2026-07-28T03:15:22.444" v="129" actId="255"/>
        <pc:sldMkLst>
          <pc:docMk/>
          <pc:sldMk cId="0" sldId="259"/>
        </pc:sldMkLst>
        <pc:spChg chg="add del">
          <ac:chgData name="Md Nayeem" userId="44c9593fc4b11d30" providerId="LiveId" clId="{E79DE760-C479-4806-8A9E-9086FD6CC85A}" dt="2026-07-28T03:00:46.441" v="53" actId="478"/>
          <ac:spMkLst>
            <pc:docMk/>
            <pc:sldMk cId="0" sldId="259"/>
            <ac:spMk id="2" creationId="{00000000-0000-0000-0000-000000000000}"/>
          </ac:spMkLst>
        </pc:spChg>
        <pc:spChg chg="mod">
          <ac:chgData name="Md Nayeem" userId="44c9593fc4b11d30" providerId="LiveId" clId="{E79DE760-C479-4806-8A9E-9086FD6CC85A}" dt="2026-07-28T03:12:29.764" v="85" actId="1076"/>
          <ac:spMkLst>
            <pc:docMk/>
            <pc:sldMk cId="0" sldId="259"/>
            <ac:spMk id="5" creationId="{00000000-0000-0000-0000-000000000000}"/>
          </ac:spMkLst>
        </pc:spChg>
        <pc:spChg chg="del">
          <ac:chgData name="Md Nayeem" userId="44c9593fc4b11d30" providerId="LiveId" clId="{E79DE760-C479-4806-8A9E-9086FD6CC85A}" dt="2026-07-28T03:10:56.526" v="67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Md Nayeem" userId="44c9593fc4b11d30" providerId="LiveId" clId="{E79DE760-C479-4806-8A9E-9086FD6CC85A}" dt="2026-07-28T03:11:03.317" v="70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Md Nayeem" userId="44c9593fc4b11d30" providerId="LiveId" clId="{E79DE760-C479-4806-8A9E-9086FD6CC85A}" dt="2026-07-28T03:11:01.342" v="69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Md Nayeem" userId="44c9593fc4b11d30" providerId="LiveId" clId="{E79DE760-C479-4806-8A9E-9086FD6CC85A}" dt="2026-07-28T03:10:59.305" v="68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Md Nayeem" userId="44c9593fc4b11d30" providerId="LiveId" clId="{E79DE760-C479-4806-8A9E-9086FD6CC85A}" dt="2026-07-28T03:10:45.510" v="63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Md Nayeem" userId="44c9593fc4b11d30" providerId="LiveId" clId="{E79DE760-C479-4806-8A9E-9086FD6CC85A}" dt="2026-07-28T03:10:54.212" v="66" actId="478"/>
          <ac:spMkLst>
            <pc:docMk/>
            <pc:sldMk cId="0" sldId="259"/>
            <ac:spMk id="13" creationId="{00000000-0000-0000-0000-000000000000}"/>
          </ac:spMkLst>
        </pc:spChg>
        <pc:spChg chg="del">
          <ac:chgData name="Md Nayeem" userId="44c9593fc4b11d30" providerId="LiveId" clId="{E79DE760-C479-4806-8A9E-9086FD6CC85A}" dt="2026-07-28T03:10:50.643" v="65" actId="478"/>
          <ac:spMkLst>
            <pc:docMk/>
            <pc:sldMk cId="0" sldId="259"/>
            <ac:spMk id="14" creationId="{00000000-0000-0000-0000-000000000000}"/>
          </ac:spMkLst>
        </pc:spChg>
        <pc:spChg chg="del">
          <ac:chgData name="Md Nayeem" userId="44c9593fc4b11d30" providerId="LiveId" clId="{E79DE760-C479-4806-8A9E-9086FD6CC85A}" dt="2026-07-28T03:10:48.106" v="64" actId="478"/>
          <ac:spMkLst>
            <pc:docMk/>
            <pc:sldMk cId="0" sldId="259"/>
            <ac:spMk id="15" creationId="{00000000-0000-0000-0000-000000000000}"/>
          </ac:spMkLst>
        </pc:spChg>
        <pc:spChg chg="del">
          <ac:chgData name="Md Nayeem" userId="44c9593fc4b11d30" providerId="LiveId" clId="{E79DE760-C479-4806-8A9E-9086FD6CC85A}" dt="2026-07-28T03:00:52.532" v="54" actId="478"/>
          <ac:spMkLst>
            <pc:docMk/>
            <pc:sldMk cId="0" sldId="259"/>
            <ac:spMk id="16" creationId="{00000000-0000-0000-0000-000000000000}"/>
          </ac:spMkLst>
        </pc:spChg>
        <pc:spChg chg="del">
          <ac:chgData name="Md Nayeem" userId="44c9593fc4b11d30" providerId="LiveId" clId="{E79DE760-C479-4806-8A9E-9086FD6CC85A}" dt="2026-07-28T03:10:42.249" v="62" actId="478"/>
          <ac:spMkLst>
            <pc:docMk/>
            <pc:sldMk cId="0" sldId="259"/>
            <ac:spMk id="17" creationId="{00000000-0000-0000-0000-000000000000}"/>
          </ac:spMkLst>
        </pc:spChg>
        <pc:spChg chg="del">
          <ac:chgData name="Md Nayeem" userId="44c9593fc4b11d30" providerId="LiveId" clId="{E79DE760-C479-4806-8A9E-9086FD6CC85A}" dt="2026-07-28T03:10:40.048" v="61" actId="478"/>
          <ac:spMkLst>
            <pc:docMk/>
            <pc:sldMk cId="0" sldId="259"/>
            <ac:spMk id="18" creationId="{00000000-0000-0000-0000-000000000000}"/>
          </ac:spMkLst>
        </pc:spChg>
        <pc:spChg chg="del mod">
          <ac:chgData name="Md Nayeem" userId="44c9593fc4b11d30" providerId="LiveId" clId="{E79DE760-C479-4806-8A9E-9086FD6CC85A}" dt="2026-07-28T03:10:36.822" v="60" actId="478"/>
          <ac:spMkLst>
            <pc:docMk/>
            <pc:sldMk cId="0" sldId="259"/>
            <ac:spMk id="19" creationId="{00000000-0000-0000-0000-000000000000}"/>
          </ac:spMkLst>
        </pc:spChg>
        <pc:spChg chg="del">
          <ac:chgData name="Md Nayeem" userId="44c9593fc4b11d30" providerId="LiveId" clId="{E79DE760-C479-4806-8A9E-9086FD6CC85A}" dt="2026-07-28T03:10:01.505" v="55" actId="478"/>
          <ac:spMkLst>
            <pc:docMk/>
            <pc:sldMk cId="0" sldId="259"/>
            <ac:spMk id="20" creationId="{00000000-0000-0000-0000-000000000000}"/>
          </ac:spMkLst>
        </pc:spChg>
        <pc:spChg chg="del">
          <ac:chgData name="Md Nayeem" userId="44c9593fc4b11d30" providerId="LiveId" clId="{E79DE760-C479-4806-8A9E-9086FD6CC85A}" dt="2026-07-28T03:10:04.953" v="56" actId="478"/>
          <ac:spMkLst>
            <pc:docMk/>
            <pc:sldMk cId="0" sldId="259"/>
            <ac:spMk id="21" creationId="{00000000-0000-0000-0000-000000000000}"/>
          </ac:spMkLst>
        </pc:spChg>
        <pc:spChg chg="del">
          <ac:chgData name="Md Nayeem" userId="44c9593fc4b11d30" providerId="LiveId" clId="{E79DE760-C479-4806-8A9E-9086FD6CC85A}" dt="2026-07-28T03:10:10.953" v="58" actId="478"/>
          <ac:spMkLst>
            <pc:docMk/>
            <pc:sldMk cId="0" sldId="259"/>
            <ac:spMk id="22" creationId="{00000000-0000-0000-0000-000000000000}"/>
          </ac:spMkLst>
        </pc:spChg>
        <pc:spChg chg="del">
          <ac:chgData name="Md Nayeem" userId="44c9593fc4b11d30" providerId="LiveId" clId="{E79DE760-C479-4806-8A9E-9086FD6CC85A}" dt="2026-07-28T03:10:08.598" v="57" actId="478"/>
          <ac:spMkLst>
            <pc:docMk/>
            <pc:sldMk cId="0" sldId="259"/>
            <ac:spMk id="23" creationId="{00000000-0000-0000-0000-000000000000}"/>
          </ac:spMkLst>
        </pc:spChg>
        <pc:spChg chg="add mod">
          <ac:chgData name="Md Nayeem" userId="44c9593fc4b11d30" providerId="LiveId" clId="{E79DE760-C479-4806-8A9E-9086FD6CC85A}" dt="2026-07-28T03:15:22.444" v="129" actId="255"/>
          <ac:spMkLst>
            <pc:docMk/>
            <pc:sldMk cId="0" sldId="259"/>
            <ac:spMk id="25" creationId="{B71E9BDD-5DD9-8C20-6A1E-1829FBB7A2A0}"/>
          </ac:spMkLst>
        </pc:spChg>
      </pc:sldChg>
      <pc:sldChg chg="addSp delSp modSp new mod">
        <pc:chgData name="Md Nayeem" userId="44c9593fc4b11d30" providerId="LiveId" clId="{E79DE760-C479-4806-8A9E-9086FD6CC85A}" dt="2026-07-28T03:25:34.350" v="468" actId="1076"/>
        <pc:sldMkLst>
          <pc:docMk/>
          <pc:sldMk cId="2540466724" sldId="262"/>
        </pc:sldMkLst>
        <pc:spChg chg="add del mod">
          <ac:chgData name="Md Nayeem" userId="44c9593fc4b11d30" providerId="LiveId" clId="{E79DE760-C479-4806-8A9E-9086FD6CC85A}" dt="2026-07-28T03:16:55.071" v="136"/>
          <ac:spMkLst>
            <pc:docMk/>
            <pc:sldMk cId="2540466724" sldId="262"/>
            <ac:spMk id="3" creationId="{6C058E4D-0FBD-32B7-B7AD-60539FFFE7DD}"/>
          </ac:spMkLst>
        </pc:spChg>
        <pc:spChg chg="add mod">
          <ac:chgData name="Md Nayeem" userId="44c9593fc4b11d30" providerId="LiveId" clId="{E79DE760-C479-4806-8A9E-9086FD6CC85A}" dt="2026-07-28T03:24:45.883" v="461" actId="1076"/>
          <ac:spMkLst>
            <pc:docMk/>
            <pc:sldMk cId="2540466724" sldId="262"/>
            <ac:spMk id="5" creationId="{361743B2-0FD5-B132-3DF0-4A78723C0566}"/>
          </ac:spMkLst>
        </pc:spChg>
        <pc:spChg chg="add del">
          <ac:chgData name="Md Nayeem" userId="44c9593fc4b11d30" providerId="LiveId" clId="{E79DE760-C479-4806-8A9E-9086FD6CC85A}" dt="2026-07-28T03:21:02.806" v="311" actId="478"/>
          <ac:spMkLst>
            <pc:docMk/>
            <pc:sldMk cId="2540466724" sldId="262"/>
            <ac:spMk id="7" creationId="{DC595A3A-9AC7-768B-BFD7-D25F962C24D9}"/>
          </ac:spMkLst>
        </pc:spChg>
        <pc:spChg chg="add mod">
          <ac:chgData name="Md Nayeem" userId="44c9593fc4b11d30" providerId="LiveId" clId="{E79DE760-C479-4806-8A9E-9086FD6CC85A}" dt="2026-07-28T03:25:15.146" v="465" actId="113"/>
          <ac:spMkLst>
            <pc:docMk/>
            <pc:sldMk cId="2540466724" sldId="262"/>
            <ac:spMk id="8" creationId="{A7C9E44D-9FF7-32DC-6BC0-C1A52AB81B41}"/>
          </ac:spMkLst>
        </pc:spChg>
        <pc:spChg chg="add mod">
          <ac:chgData name="Md Nayeem" userId="44c9593fc4b11d30" providerId="LiveId" clId="{E79DE760-C479-4806-8A9E-9086FD6CC85A}" dt="2026-07-28T03:25:34.350" v="468" actId="1076"/>
          <ac:spMkLst>
            <pc:docMk/>
            <pc:sldMk cId="2540466724" sldId="262"/>
            <ac:spMk id="9" creationId="{326E83BA-73A3-A112-4B50-23EDD1F78ABA}"/>
          </ac:spMkLst>
        </pc:spChg>
        <pc:spChg chg="add mod">
          <ac:chgData name="Md Nayeem" userId="44c9593fc4b11d30" providerId="LiveId" clId="{E79DE760-C479-4806-8A9E-9086FD6CC85A}" dt="2026-07-28T03:25:11.977" v="464" actId="1076"/>
          <ac:spMkLst>
            <pc:docMk/>
            <pc:sldMk cId="2540466724" sldId="262"/>
            <ac:spMk id="10" creationId="{65ABC268-7A96-FB6B-C3FD-0C90B005F4F7}"/>
          </ac:spMkLst>
        </pc:spChg>
      </pc:sldChg>
      <pc:sldChg chg="addSp modSp new mod">
        <pc:chgData name="Md Nayeem" userId="44c9593fc4b11d30" providerId="LiveId" clId="{E79DE760-C479-4806-8A9E-9086FD6CC85A}" dt="2026-07-28T03:28:45.682" v="509" actId="1076"/>
        <pc:sldMkLst>
          <pc:docMk/>
          <pc:sldMk cId="2120795542" sldId="263"/>
        </pc:sldMkLst>
        <pc:spChg chg="add mod">
          <ac:chgData name="Md Nayeem" userId="44c9593fc4b11d30" providerId="LiveId" clId="{E79DE760-C479-4806-8A9E-9086FD6CC85A}" dt="2026-07-28T03:28:45.682" v="509" actId="1076"/>
          <ac:spMkLst>
            <pc:docMk/>
            <pc:sldMk cId="2120795542" sldId="263"/>
            <ac:spMk id="2" creationId="{0E794041-6FFF-4815-0E64-2E5FFC595995}"/>
          </ac:spMkLst>
        </pc:spChg>
      </pc:sldChg>
      <pc:sldChg chg="addSp modSp new mod">
        <pc:chgData name="Md Nayeem" userId="44c9593fc4b11d30" providerId="LiveId" clId="{E79DE760-C479-4806-8A9E-9086FD6CC85A}" dt="2026-07-28T03:33:07.108" v="545" actId="20577"/>
        <pc:sldMkLst>
          <pc:docMk/>
          <pc:sldMk cId="3250799427" sldId="264"/>
        </pc:sldMkLst>
        <pc:spChg chg="add mod">
          <ac:chgData name="Md Nayeem" userId="44c9593fc4b11d30" providerId="LiveId" clId="{E79DE760-C479-4806-8A9E-9086FD6CC85A}" dt="2026-07-28T03:33:07.108" v="545" actId="20577"/>
          <ac:spMkLst>
            <pc:docMk/>
            <pc:sldMk cId="3250799427" sldId="264"/>
            <ac:spMk id="2" creationId="{4A591C52-08D2-15F4-31F0-36E7F4D333F1}"/>
          </ac:spMkLst>
        </pc:spChg>
        <pc:spChg chg="add mod">
          <ac:chgData name="Md Nayeem" userId="44c9593fc4b11d30" providerId="LiveId" clId="{E79DE760-C479-4806-8A9E-9086FD6CC85A}" dt="2026-07-28T03:32:49.634" v="544" actId="1076"/>
          <ac:spMkLst>
            <pc:docMk/>
            <pc:sldMk cId="3250799427" sldId="264"/>
            <ac:spMk id="4" creationId="{7AB2E626-2930-D20F-B4DA-B950A6B83D7C}"/>
          </ac:spMkLst>
        </pc:spChg>
      </pc:sldChg>
      <pc:sldChg chg="addSp delSp modSp new mod">
        <pc:chgData name="Md Nayeem" userId="44c9593fc4b11d30" providerId="LiveId" clId="{E79DE760-C479-4806-8A9E-9086FD6CC85A}" dt="2026-07-28T03:59:16.030" v="589" actId="1076"/>
        <pc:sldMkLst>
          <pc:docMk/>
          <pc:sldMk cId="643255529" sldId="265"/>
        </pc:sldMkLst>
        <pc:spChg chg="add del mod">
          <ac:chgData name="Md Nayeem" userId="44c9593fc4b11d30" providerId="LiveId" clId="{E79DE760-C479-4806-8A9E-9086FD6CC85A}" dt="2026-07-28T03:54:34.989" v="550"/>
          <ac:spMkLst>
            <pc:docMk/>
            <pc:sldMk cId="643255529" sldId="265"/>
            <ac:spMk id="2" creationId="{0416E65D-079C-2167-8D8F-733EA04FB35A}"/>
          </ac:spMkLst>
        </pc:spChg>
        <pc:spChg chg="add mod">
          <ac:chgData name="Md Nayeem" userId="44c9593fc4b11d30" providerId="LiveId" clId="{E79DE760-C479-4806-8A9E-9086FD6CC85A}" dt="2026-07-28T03:59:16.030" v="589" actId="1076"/>
          <ac:spMkLst>
            <pc:docMk/>
            <pc:sldMk cId="643255529" sldId="265"/>
            <ac:spMk id="3" creationId="{A9836BEF-D969-731A-3C0E-6CF4E4DDF41E}"/>
          </ac:spMkLst>
        </pc:spChg>
        <pc:spChg chg="add mod">
          <ac:chgData name="Md Nayeem" userId="44c9593fc4b11d30" providerId="LiveId" clId="{E79DE760-C479-4806-8A9E-9086FD6CC85A}" dt="2026-07-28T03:58:44.157" v="584" actId="14100"/>
          <ac:spMkLst>
            <pc:docMk/>
            <pc:sldMk cId="643255529" sldId="265"/>
            <ac:spMk id="5" creationId="{0582FD16-2DEE-676B-00D0-3495AE615E0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9029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1743B2-0FD5-B132-3DF0-4A78723C0566}"/>
              </a:ext>
            </a:extLst>
          </p:cNvPr>
          <p:cNvSpPr txBox="1"/>
          <p:nvPr/>
        </p:nvSpPr>
        <p:spPr>
          <a:xfrm>
            <a:off x="1695839" y="1127028"/>
            <a:ext cx="8595826" cy="1119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of Inflectional and Derivational Morphology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C9E44D-9FF7-32DC-6BC0-C1A52AB81B41}"/>
              </a:ext>
            </a:extLst>
          </p:cNvPr>
          <p:cNvSpPr txBox="1"/>
          <p:nvPr/>
        </p:nvSpPr>
        <p:spPr>
          <a:xfrm>
            <a:off x="746449" y="5290457"/>
            <a:ext cx="26965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Guided By :</a:t>
            </a:r>
          </a:p>
          <a:p>
            <a:pPr algn="ctr"/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DR.Anbazhagan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6E83BA-73A3-A112-4B50-23EDD1F78ABA}"/>
              </a:ext>
            </a:extLst>
          </p:cNvPr>
          <p:cNvSpPr txBox="1"/>
          <p:nvPr/>
        </p:nvSpPr>
        <p:spPr>
          <a:xfrm>
            <a:off x="8291804" y="5136568"/>
            <a:ext cx="30604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Presented By :</a:t>
            </a:r>
          </a:p>
          <a:p>
            <a:pPr algn="ctr"/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S.Mahammed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Nayeem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192425294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ABC268-7A96-FB6B-C3FD-0C90B005F4F7}"/>
              </a:ext>
            </a:extLst>
          </p:cNvPr>
          <p:cNvSpPr txBox="1"/>
          <p:nvPr/>
        </p:nvSpPr>
        <p:spPr>
          <a:xfrm>
            <a:off x="3321699" y="2696548"/>
            <a:ext cx="72032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DSA0307 – Natural Language Processing</a:t>
            </a:r>
          </a:p>
        </p:txBody>
      </p:sp>
    </p:spTree>
    <p:extLst>
      <p:ext uri="{BB962C8B-B14F-4D97-AF65-F5344CB8AC3E}">
        <p14:creationId xmlns:p14="http://schemas.microsoft.com/office/powerpoint/2010/main" val="2540466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Morphology?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of how words are built from smaller meaningful pieces called morphemes.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</a:t>
            </a:r>
            <a:r>
              <a:rPr lang="en-US" sz="3000" b="1" dirty="0">
                <a:solidFill>
                  <a:srgbClr val="D96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able</a:t>
            </a: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(derivational)     ·     root     ·     suffix (derivational)     ·     suffix (inflectional)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534924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35204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00200" y="35204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Inflectional Morphology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4297680"/>
            <a:ext cx="4709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a word to fit its grammatical role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class never changes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walk → walked, cat → cats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63640" y="3246120"/>
            <a:ext cx="534924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83680" y="3520440"/>
            <a:ext cx="548640" cy="548640"/>
          </a:xfrm>
          <a:prstGeom prst="ellipse">
            <a:avLst/>
          </a:prstGeom>
          <a:solidFill>
            <a:srgbClr val="D96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0" y="35204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Derivational Morphology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83680" y="4297680"/>
            <a:ext cx="4709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new word with new meaning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class often changes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teach → teacher, happy → happiness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591C52-08D2-15F4-31F0-36E7F4D333F1}"/>
              </a:ext>
            </a:extLst>
          </p:cNvPr>
          <p:cNvSpPr txBox="1"/>
          <p:nvPr/>
        </p:nvSpPr>
        <p:spPr>
          <a:xfrm>
            <a:off x="1287625" y="2034777"/>
            <a:ext cx="921864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basic concepts of inflectional and derivational morphology.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key differences between inflectional and derivational word 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how derivational morphology creates new words and may change their meanings or parts of speech.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the functions and characteristics of both morphological processes.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prefixes and suffixes used in inflectional and derivational morphology.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vocabulary and grammar skills by recognizing different word formation patterns.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the knowledge of inflectional and derivational morphology in language analysis and communication.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B2E626-2930-D20F-B4DA-B950A6B83D7C}"/>
              </a:ext>
            </a:extLst>
          </p:cNvPr>
          <p:cNvSpPr txBox="1"/>
          <p:nvPr/>
        </p:nvSpPr>
        <p:spPr>
          <a:xfrm>
            <a:off x="2470279" y="1112349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</p:txBody>
      </p:sp>
    </p:spTree>
    <p:extLst>
      <p:ext uri="{BB962C8B-B14F-4D97-AF65-F5344CB8AC3E}">
        <p14:creationId xmlns:p14="http://schemas.microsoft.com/office/powerpoint/2010/main" val="3250799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Inflectional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Morphology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word, different grammatical form. Meaning and word class stay put.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53949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Marks: tense · number · person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· gender · comparison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09160" y="79552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09160" y="1545336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12F83AA-A8FB-A46D-90EB-C4C0BBA1F9C2}"/>
              </a:ext>
            </a:extLst>
          </p:cNvPr>
          <p:cNvSpPr txBox="1"/>
          <p:nvPr/>
        </p:nvSpPr>
        <p:spPr>
          <a:xfrm>
            <a:off x="4998567" y="1708379"/>
            <a:ext cx="5302429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/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Explanation :</a:t>
            </a:r>
          </a:p>
          <a:p>
            <a:pPr marL="0" marR="0" indent="0"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Adds grammatical information to a word.</a:t>
            </a:r>
          </a:p>
          <a:p>
            <a:pPr marL="0" marR="0" indent="0"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Does not create a new word.</a:t>
            </a:r>
          </a:p>
          <a:p>
            <a:pPr marL="0" marR="0" indent="0"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meaning stays almost the same.</a:t>
            </a:r>
          </a:p>
          <a:p>
            <a:pPr marL="0" marR="0" indent="0"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word class remains the same (noun stays a            noun, verb stays a verb, etc.).</a:t>
            </a:r>
          </a:p>
          <a:p>
            <a:pPr marL="0" marR="0" indent="0"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 tense, number, possession, comparison, or agreement.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65592" y="0"/>
            <a:ext cx="402336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05672" y="640080"/>
            <a:ext cx="777240" cy="777240"/>
          </a:xfrm>
          <a:prstGeom prst="ellipse">
            <a:avLst/>
          </a:prstGeom>
          <a:solidFill>
            <a:srgbClr val="D96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805672" y="640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805672" y="15544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Derivational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Morphology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805672" y="27432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word is formed. Meaning shifts, and word class often changes too.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805672" y="53949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prefixes &amp; suffixes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un-, re-, -ness, -er, -ly, -ful</a:t>
            </a:r>
            <a:endParaRPr 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1E9BDD-5DD9-8C20-6A1E-1829FBB7A2A0}"/>
              </a:ext>
            </a:extLst>
          </p:cNvPr>
          <p:cNvSpPr txBox="1"/>
          <p:nvPr/>
        </p:nvSpPr>
        <p:spPr>
          <a:xfrm>
            <a:off x="837423" y="2033657"/>
            <a:ext cx="6097554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300"/>
              </a:spcAft>
            </a:pPr>
            <a:r>
              <a:rPr lang="en-US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Explanation :</a:t>
            </a:r>
          </a:p>
          <a:p>
            <a:pPr marL="0" marR="0" indent="0" algn="l">
              <a:spcAft>
                <a:spcPts val="300"/>
              </a:spcAft>
              <a:buFont typeface="+mj-lt"/>
              <a:buAutoNum type="arabicPeriod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Forms new words by adding prefixes or suffixes.</a:t>
            </a:r>
          </a:p>
          <a:p>
            <a:pPr marL="0" marR="0" indent="0" algn="l">
              <a:spcAft>
                <a:spcPts val="300"/>
              </a:spcAft>
              <a:buFont typeface="+mj-lt"/>
              <a:buAutoNum type="arabicPeriod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Changes the meaning of the original word.</a:t>
            </a:r>
          </a:p>
          <a:p>
            <a:pPr marL="0" marR="0" indent="0" algn="l">
              <a:spcAft>
                <a:spcPts val="300"/>
              </a:spcAft>
              <a:buFont typeface="+mj-lt"/>
              <a:buAutoNum type="arabicPeriod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May change the part of speech (noun, verb, adjective, adverb).</a:t>
            </a:r>
          </a:p>
          <a:p>
            <a:pPr marL="0" marR="0" indent="0" algn="l">
              <a:spcAft>
                <a:spcPts val="300"/>
              </a:spcAft>
              <a:buFont typeface="+mj-lt"/>
              <a:buAutoNum type="arabicPeriod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 prefixes (e.g., </a:t>
            </a:r>
            <a:r>
              <a:rPr lang="en-US" i="1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un-</a:t>
            </a: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i="1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re-</a:t>
            </a: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i="1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dis-</a:t>
            </a: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indent="0" algn="l">
              <a:spcAft>
                <a:spcPts val="300"/>
              </a:spcAft>
              <a:buFont typeface="+mj-lt"/>
              <a:buAutoNum type="arabicPeriod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 suffixes (e.g., </a:t>
            </a:r>
            <a:r>
              <a:rPr lang="en-US" i="1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-er</a:t>
            </a: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i="1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-ness</a:t>
            </a: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i="1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i="1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</a:t>
            </a: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i="1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i="1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tion</a:t>
            </a: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indent="0" algn="l">
              <a:spcAft>
                <a:spcPts val="300"/>
              </a:spcAft>
              <a:buFont typeface="+mj-lt"/>
              <a:buAutoNum type="arabicPeriod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derived word has a different meaning or function from the base word.</a:t>
            </a:r>
          </a:p>
          <a:p>
            <a:pPr marL="0" marR="0" indent="0" algn="l">
              <a:spcAft>
                <a:spcPts val="300"/>
              </a:spcAft>
              <a:buFont typeface="+mj-lt"/>
              <a:buAutoNum type="arabicPeriod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helps expand vocabulary by creating new words.</a:t>
            </a:r>
          </a:p>
          <a:p>
            <a:pPr marL="0" marR="0" indent="0" algn="l">
              <a:spcAft>
                <a:spcPts val="300"/>
              </a:spcAft>
              <a:buFont typeface="+mj-lt"/>
              <a:buAutoNum type="arabicPeriod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Examples: </a:t>
            </a:r>
            <a:r>
              <a:rPr lang="en-US" i="1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teach → teacher</a:t>
            </a: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i="1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happy → unhappy</a:t>
            </a: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i="1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beauty → beautiful</a:t>
            </a: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i="1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kind → kindness</a:t>
            </a: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 by Side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six questions, two very different answers.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228832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508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794760" y="15087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Inflectional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01000" y="1508760"/>
            <a:ext cx="3776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11228832" cy="713232"/>
          </a:xfrm>
          <a:prstGeom prst="rect">
            <a:avLst/>
          </a:prstGeom>
          <a:solidFill>
            <a:srgbClr val="F2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057400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794760" y="2057400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grammar (tense, number...)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01000" y="2057400"/>
            <a:ext cx="35935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word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70632"/>
            <a:ext cx="11228832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770632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class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794760" y="2770632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the same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01000" y="2770632"/>
            <a:ext cx="35935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changes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83864"/>
            <a:ext cx="11228832" cy="713232"/>
          </a:xfrm>
          <a:prstGeom prst="rect">
            <a:avLst/>
          </a:prstGeom>
          <a:solidFill>
            <a:srgbClr val="F2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483864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meaning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794760" y="3483864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01000" y="3483864"/>
            <a:ext cx="35935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or is new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97096"/>
            <a:ext cx="11228832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4197096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Affix set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794760" y="4197096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&amp; closed (~8 in English)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01000" y="4197096"/>
            <a:ext cx="35935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&amp; open (hundreds)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910328"/>
            <a:ext cx="11228832" cy="713232"/>
          </a:xfrm>
          <a:prstGeom prst="rect">
            <a:avLst/>
          </a:prstGeom>
          <a:solidFill>
            <a:srgbClr val="F2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4910328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required?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794760" y="4910328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grammatically obligatory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01000" y="4910328"/>
            <a:ext cx="35935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optional word-building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623560"/>
            <a:ext cx="11228832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5800" y="5623560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794760" y="5623560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→ played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01000" y="5623560"/>
            <a:ext cx="35935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→ player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5087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Grammar vs. vocabulary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87452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Inflectional morphology serves grammar; derivational morphology grows the vocabulary.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502920" cy="502920"/>
          </a:xfrm>
          <a:prstGeom prst="ellipse">
            <a:avLst/>
          </a:prstGeom>
          <a:solidFill>
            <a:srgbClr val="D96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6517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stays or shifts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301752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Inflection never changes a word's part of speech; derivation frequently does.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7947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 set vs. open set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16052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has ~8 inflectional affixes, but hundreds of derivational ones.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983480"/>
            <a:ext cx="502920" cy="502920"/>
          </a:xfrm>
          <a:prstGeom prst="ellipse">
            <a:avLst/>
          </a:prstGeom>
          <a:solidFill>
            <a:srgbClr val="D96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9377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matters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530352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Derivational affixes attach first; inflectional affixes come last (teach-er-s).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836BEF-D969-731A-3C0E-6CF4E4DDF41E}"/>
              </a:ext>
            </a:extLst>
          </p:cNvPr>
          <p:cNvSpPr txBox="1"/>
          <p:nvPr/>
        </p:nvSpPr>
        <p:spPr>
          <a:xfrm>
            <a:off x="4329406" y="1297911"/>
            <a:ext cx="1897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82FD16-2DEE-676B-00D0-3495AE615E04}"/>
              </a:ext>
            </a:extLst>
          </p:cNvPr>
          <p:cNvSpPr txBox="1"/>
          <p:nvPr/>
        </p:nvSpPr>
        <p:spPr>
          <a:xfrm>
            <a:off x="1201316" y="2203335"/>
            <a:ext cx="9258300" cy="360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Inflectional morphology changes the grammatical form of a word without changing its meaning or word class.</a:t>
            </a:r>
          </a:p>
          <a:p>
            <a:pPr marL="171450" marR="0" lvl="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Derivational morphology creates new words and often changes the meaning and grammatical category.</a:t>
            </a:r>
          </a:p>
          <a:p>
            <a:pPr marL="171450" marR="0" lvl="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Inflectional affixes are mainly used to express tense, number, gender, comparison, and possession.</a:t>
            </a:r>
          </a:p>
          <a:p>
            <a:pPr marL="171450" marR="0" lvl="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Derivational affixes help expand vocabulary by forming new nouns, verbs, adjectives, and adverbs.</a:t>
            </a:r>
          </a:p>
          <a:p>
            <a:pPr marL="171450" marR="0" lvl="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Derivational morphology is less predictable and may involve changes in spelling or pronunciation.</a:t>
            </a:r>
          </a:p>
          <a:p>
            <a:pPr marL="171450" marR="0" lvl="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types of morphology are essential for understanding word formation and language structure.</a:t>
            </a:r>
          </a:p>
        </p:txBody>
      </p:sp>
    </p:spTree>
    <p:extLst>
      <p:ext uri="{BB962C8B-B14F-4D97-AF65-F5344CB8AC3E}">
        <p14:creationId xmlns:p14="http://schemas.microsoft.com/office/powerpoint/2010/main" val="643255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794041-6FFF-4815-0E64-2E5FFC595995}"/>
              </a:ext>
            </a:extLst>
          </p:cNvPr>
          <p:cNvSpPr txBox="1"/>
          <p:nvPr/>
        </p:nvSpPr>
        <p:spPr>
          <a:xfrm>
            <a:off x="2979575" y="2435290"/>
            <a:ext cx="623284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120795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683</Words>
  <Application>Microsoft Office PowerPoint</Application>
  <PresentationFormat>Widescreen</PresentationFormat>
  <Paragraphs>105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ADLaM Display</vt:lpstr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Md Nayeem</cp:lastModifiedBy>
  <cp:revision>1</cp:revision>
  <dcterms:created xsi:type="dcterms:W3CDTF">2026-07-28T02:53:27Z</dcterms:created>
  <dcterms:modified xsi:type="dcterms:W3CDTF">2026-07-28T04:00:32Z</dcterms:modified>
</cp:coreProperties>
</file>